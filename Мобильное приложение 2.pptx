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1" d="100"/>
          <a:sy n="71" d="100"/>
        </p:scale>
        <p:origin x="7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D44-896F-4904-8167-29E123AC8E8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57DC-BF49-4A63-A952-33D732C98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85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D44-896F-4904-8167-29E123AC8E8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57DC-BF49-4A63-A952-33D732C98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4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D44-896F-4904-8167-29E123AC8E8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57DC-BF49-4A63-A952-33D732C98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247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D44-896F-4904-8167-29E123AC8E8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57DC-BF49-4A63-A952-33D732C98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2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D44-896F-4904-8167-29E123AC8E8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57DC-BF49-4A63-A952-33D732C98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286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D44-896F-4904-8167-29E123AC8E8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57DC-BF49-4A63-A952-33D732C98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763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D44-896F-4904-8167-29E123AC8E8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57DC-BF49-4A63-A952-33D732C98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45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D44-896F-4904-8167-29E123AC8E8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57DC-BF49-4A63-A952-33D732C98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952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D44-896F-4904-8167-29E123AC8E8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57DC-BF49-4A63-A952-33D732C98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57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D44-896F-4904-8167-29E123AC8E8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57DC-BF49-4A63-A952-33D732C98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556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08D44-896F-4904-8167-29E123AC8E8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57DC-BF49-4A63-A952-33D732C98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87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08D44-896F-4904-8167-29E123AC8E88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E57DC-BF49-4A63-A952-33D732C98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73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96994" y="2335427"/>
            <a:ext cx="9144000" cy="519628"/>
          </a:xfrm>
        </p:spPr>
        <p:txBody>
          <a:bodyPr>
            <a:normAutofit fontScale="90000"/>
          </a:bodyPr>
          <a:lstStyle/>
          <a:p>
            <a:r>
              <a:rPr lang="ru-RU" sz="3600" dirty="0" smtClean="0"/>
              <a:t>Мобильное приложение</a:t>
            </a:r>
            <a:r>
              <a:rPr lang="en-US" sz="3600" dirty="0" smtClean="0"/>
              <a:t>: </a:t>
            </a:r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3600" dirty="0" smtClean="0"/>
              <a:t>Просмотр курса валютных пар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18486" y="3713249"/>
            <a:ext cx="7101016" cy="1655762"/>
          </a:xfrm>
        </p:spPr>
        <p:txBody>
          <a:bodyPr/>
          <a:lstStyle/>
          <a:p>
            <a:r>
              <a:rPr lang="ru-RU" dirty="0" smtClean="0"/>
              <a:t>Разработчик ученик группы 402ИС Волин Дмитрий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633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 smtClean="0"/>
              <a:t>Приложение позволяет просматривать курсы валютных пар, а также ручное обновление списка и сортировка элементов</a:t>
            </a:r>
            <a:endParaRPr lang="ru-RU" sz="2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508" y="1412543"/>
            <a:ext cx="3014033" cy="517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248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60124" y="2342206"/>
            <a:ext cx="10515600" cy="1325563"/>
          </a:xfrm>
        </p:spPr>
        <p:txBody>
          <a:bodyPr/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62284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Широкоэкранный</PresentationFormat>
  <Paragraphs>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Мобильное приложение:  Просмотр курса валютных пар</vt:lpstr>
      <vt:lpstr>Приложение позволяет просматривать курсы валютных пар, а также ручное обновление списка и сортировка элементов</vt:lpstr>
      <vt:lpstr>Спасибо за внимание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Мобильное приложение:  Просмотр курса валютных пар</dc:title>
  <dc:creator>Dmitry</dc:creator>
  <cp:lastModifiedBy>Dmitry</cp:lastModifiedBy>
  <cp:revision>2</cp:revision>
  <dcterms:created xsi:type="dcterms:W3CDTF">2025-12-21T13:04:10Z</dcterms:created>
  <dcterms:modified xsi:type="dcterms:W3CDTF">2025-12-24T18:19:16Z</dcterms:modified>
</cp:coreProperties>
</file>